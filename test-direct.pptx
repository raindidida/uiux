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e8575ec7b4fc9" /><Relationship Type="http://schemas.openxmlformats.org/officeDocument/2006/relationships/extended-properties" Target="/docProps/app.xml" Id="R58e92f8b13334ca0" /><Relationship Type="http://schemas.openxmlformats.org/officeDocument/2006/relationships/officeDocument" Target="/ppt/presentation.xml" Id="Rca41f9327320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dda7c000640ca"/>
  </p:sldMasterIdLst>
  <p:notesMasterIdLst>
    <p:notesMasterId xmlns:r="http://schemas.openxmlformats.org/officeDocument/2006/relationships" r:id="R80350c33468b4e1c"/>
  </p:notesMasterIdLst>
  <p:sldIdLst>
    <p:sldId xmlns:r="http://schemas.openxmlformats.org/officeDocument/2006/relationships" id="256" r:id="R803e66fa101d41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dda7c000640ca" /><Relationship Type="http://schemas.openxmlformats.org/officeDocument/2006/relationships/theme" Target="/ppt/theme/theme1.xml" Id="Raa3a41b499374169" /><Relationship Type="http://schemas.openxmlformats.org/officeDocument/2006/relationships/notesMaster" Target="/ppt/notesMasters/notesMaster1.xml" Id="R80350c33468b4e1c" /><Relationship Type="http://schemas.openxmlformats.org/officeDocument/2006/relationships/presProps" Target="/ppt/presProps.xml" Id="R093b4c6ffc9c4ead" /><Relationship Type="http://schemas.openxmlformats.org/officeDocument/2006/relationships/viewProps" Target="/ppt/viewProps.xml" Id="Rf058e128de54498f" /><Relationship Type="http://schemas.openxmlformats.org/officeDocument/2006/relationships/tableStyles" Target="/ppt/tableStyles.xml" Id="R1b5f83ec4f5a452d" /><Relationship Type="http://schemas.openxmlformats.org/officeDocument/2006/relationships/slide" Target="/ppt/slides/slide1.xml" Id="R803e66fa101d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861ea1c1c9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0791621ac94858" /><Relationship Type="http://schemas.openxmlformats.org/officeDocument/2006/relationships/notesMaster" Target="/ppt/notesMasters/notesMaster1.xml" Id="Re35493d3a536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f5c77c89e46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3b74b2750e48e4" /><Relationship Type="http://schemas.openxmlformats.org/officeDocument/2006/relationships/slideLayout" Target="/ppt/slideLayouts/slideLayout2.xml" Id="Rafa8b9cc503b40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8b9cc503b40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0b70643b49498d" /><Relationship Type="http://schemas.openxmlformats.org/officeDocument/2006/relationships/notesSlide" Target="/ppt/notesSlides/notesSlide1.xml" Id="Rf066279e65e846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059A0-4F5E-4941-91ED-1D6581F7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Hello world</a:t>
            </a:r>
          </a:p>
        </p:txBody>
      </p:sp>
    </p:spTree>
    <p:extLst>
      <p:ext uri="{BB962C8B-B14F-4D97-AF65-F5344CB8AC3E}">
        <p14:creationId xmlns:p14="http://schemas.microsoft.com/office/powerpoint/2010/main" val="202871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2026-05-13T03:46:08.3100000Z</dcterms:created>
  <dcterms:modified xsi:type="dcterms:W3CDTF">2026-05-13T03:46:08.3100000Z</dcterms:modified>
</coreProperties>
</file>