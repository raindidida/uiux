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a7e16cd8824947" /><Relationship Type="http://schemas.openxmlformats.org/officeDocument/2006/relationships/extended-properties" Target="/docProps/app.xml" Id="R11c127c2a3184cbd" /><Relationship Type="http://schemas.openxmlformats.org/officeDocument/2006/relationships/officeDocument" Target="/ppt/presentation.xml" Id="Rd5efec5fcefb4e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f5e52f5f6449f3"/>
  </p:sldMasterIdLst>
  <p:notesMasterIdLst>
    <p:notesMasterId xmlns:r="http://schemas.openxmlformats.org/officeDocument/2006/relationships" r:id="R31303f2f6091438c"/>
  </p:notesMasterIdLst>
  <p:sldIdLst>
    <p:sldId xmlns:r="http://schemas.openxmlformats.org/officeDocument/2006/relationships" id="256" r:id="R050e57cf3cd741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5e52f5f6449f3" /><Relationship Type="http://schemas.openxmlformats.org/officeDocument/2006/relationships/theme" Target="/ppt/theme/theme1.xml" Id="Rb1d1f40933d34354" /><Relationship Type="http://schemas.openxmlformats.org/officeDocument/2006/relationships/notesMaster" Target="/ppt/notesMasters/notesMaster1.xml" Id="R31303f2f6091438c" /><Relationship Type="http://schemas.openxmlformats.org/officeDocument/2006/relationships/presProps" Target="/ppt/presProps.xml" Id="R7aeda545c13e4c13" /><Relationship Type="http://schemas.openxmlformats.org/officeDocument/2006/relationships/viewProps" Target="/ppt/viewProps.xml" Id="R609e21cf56534653" /><Relationship Type="http://schemas.openxmlformats.org/officeDocument/2006/relationships/tableStyles" Target="/ppt/tableStyles.xml" Id="R7cecb8a1c2c94f86" /><Relationship Type="http://schemas.openxmlformats.org/officeDocument/2006/relationships/slide" Target="/ppt/slides/slide1.xml" Id="R050e57cf3cd741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58d317859c0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1853cb78ec4ed6" /><Relationship Type="http://schemas.openxmlformats.org/officeDocument/2006/relationships/notesMaster" Target="/ppt/notesMasters/notesMaster1.xml" Id="R894c83f21d1b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2f06be3a743d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bd936a867b944cf" /><Relationship Type="http://schemas.openxmlformats.org/officeDocument/2006/relationships/slideLayout" Target="/ppt/slideLayouts/slideLayout2.xml" Id="R937b007d53c3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b007d53c3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c81bbdf454adc" /><Relationship Type="http://schemas.openxmlformats.org/officeDocument/2006/relationships/notesSlide" Target="/ppt/notesSlides/notesSlide1.xml" Id="R19e0ccc377e447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2CB3F-3FE8-498F-A3BE-38F0958D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5056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2026-05-13T03:44:54.2200000Z</dcterms:created>
  <dcterms:modified xsi:type="dcterms:W3CDTF">2026-05-13T03:44:54.2200000Z</dcterms:modified>
</coreProperties>
</file>